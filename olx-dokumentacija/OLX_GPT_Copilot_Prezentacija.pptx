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OLX GPT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Vizija: GPT asistent za Gold/Platinum OLX Shopove</a:t>
            </a:r>
          </a:p>
          <a:p>
            <a:r>
              <a:t>• Upravljanje shopom prirodnim jezikom</a:t>
            </a:r>
          </a:p>
          <a:p>
            <a:r>
              <a:t>• Koristi zvanični OLX API</a:t>
            </a:r>
          </a:p>
          <a:p>
            <a:r>
              <a:t>• Fokus: ušteda vremena i kvalitet oglasa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Ručna objava oglasa</a:t>
            </a:r>
          </a:p>
          <a:p>
            <a:pPr>
              <a:defRPr sz="2200"/>
            </a:pPr>
            <a:r>
              <a:t>• Ručne izmjene</a:t>
            </a:r>
          </a:p>
          <a:p>
            <a:pPr>
              <a:defRPr sz="2200"/>
            </a:pPr>
            <a:r>
              <a:t>• Ručno obnavljanje</a:t>
            </a:r>
          </a:p>
          <a:p>
            <a:pPr>
              <a:defRPr sz="2200"/>
            </a:pPr>
            <a:r>
              <a:t>• Nepotpuni naslovi i atributi</a:t>
            </a:r>
          </a:p>
          <a:p>
            <a:pPr>
              <a:defRPr sz="2200"/>
            </a:pPr>
            <a:r>
              <a:t>• Iskorištavanje OLX paketa nije optimalno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Šta GPT radi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Kreira draft oglase</a:t>
            </a:r>
          </a:p>
          <a:p>
            <a:pPr>
              <a:defRPr sz="2200"/>
            </a:pPr>
            <a:r>
              <a:t>• Dodaje slike i glavnu sliku</a:t>
            </a:r>
          </a:p>
          <a:p>
            <a:pPr>
              <a:defRPr sz="2200"/>
            </a:pPr>
            <a:r>
              <a:t>• Objavljuje oglase</a:t>
            </a:r>
          </a:p>
          <a:p>
            <a:pPr>
              <a:defRPr sz="2200"/>
            </a:pPr>
            <a:r>
              <a:t>• Masovne izmjene</a:t>
            </a:r>
          </a:p>
          <a:p>
            <a:pPr>
              <a:defRPr sz="2200"/>
            </a:pPr>
            <a:r>
              <a:t>• Obnove</a:t>
            </a:r>
          </a:p>
          <a:p>
            <a:pPr>
              <a:defRPr sz="2200"/>
            </a:pPr>
            <a:r>
              <a:t>• Skrivanje/aktivacija</a:t>
            </a:r>
          </a:p>
          <a:p>
            <a:pPr>
              <a:defRPr sz="2200"/>
            </a:pPr>
            <a:r>
              <a:t>• Upravljanje promocijama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 Publisher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Iz naziva/opisa generiše SEO naslov</a:t>
            </a:r>
          </a:p>
          <a:p>
            <a:pPr>
              <a:defRPr sz="2200"/>
            </a:pPr>
            <a:r>
              <a:t>• Predlaže kategoriju</a:t>
            </a:r>
          </a:p>
          <a:p>
            <a:pPr>
              <a:defRPr sz="2200"/>
            </a:pPr>
            <a:r>
              <a:t>• Popunjava atribute</a:t>
            </a:r>
          </a:p>
          <a:p>
            <a:pPr>
              <a:defRPr sz="2200"/>
            </a:pPr>
            <a:r>
              <a:t>• Priprema opis</a:t>
            </a:r>
          </a:p>
          <a:p>
            <a:pPr>
              <a:defRPr sz="2200"/>
            </a:pPr>
            <a:r>
              <a:t>• Objavljuje kroz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Pregled shopa</a:t>
            </a:r>
          </a:p>
          <a:p>
            <a:pPr>
              <a:defRPr sz="2200"/>
            </a:pPr>
            <a:r>
              <a:t>• Masovne izmjene cijena</a:t>
            </a:r>
          </a:p>
          <a:p>
            <a:pPr>
              <a:defRPr sz="2200"/>
            </a:pPr>
            <a:r>
              <a:t>• Obnova oglasa</a:t>
            </a:r>
          </a:p>
          <a:p>
            <a:pPr>
              <a:defRPr sz="2200"/>
            </a:pPr>
            <a:r>
              <a:t>• Akcijske cijene</a:t>
            </a:r>
          </a:p>
          <a:p>
            <a:pPr>
              <a:defRPr sz="2200"/>
            </a:pPr>
            <a:r>
              <a:t>• Promocije uz potvrdu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 Advisor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Analiza naslova</a:t>
            </a:r>
          </a:p>
          <a:p>
            <a:pPr>
              <a:defRPr sz="2200"/>
            </a:pPr>
            <a:r>
              <a:t>• Nedostajući brand/model</a:t>
            </a:r>
          </a:p>
          <a:p>
            <a:pPr>
              <a:defRPr sz="2200"/>
            </a:pPr>
            <a:r>
              <a:t>• Preporuka šta obnoviti</a:t>
            </a:r>
          </a:p>
          <a:p>
            <a:pPr>
              <a:defRPr sz="2200"/>
            </a:pPr>
            <a:r>
              <a:t>• Prijedlog promocija</a:t>
            </a:r>
          </a:p>
          <a:p>
            <a:pPr>
              <a:defRPr sz="2200"/>
            </a:pPr>
            <a:r>
              <a:t>• Pregled kvaliteta oglasa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Vrijednost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Manje klikova</a:t>
            </a:r>
          </a:p>
          <a:p>
            <a:pPr>
              <a:defRPr sz="2200"/>
            </a:pPr>
            <a:r>
              <a:t>• Brža objava</a:t>
            </a:r>
          </a:p>
          <a:p>
            <a:pPr>
              <a:defRPr sz="2200"/>
            </a:pPr>
            <a:r>
              <a:t>• Standardizovani oglasi</a:t>
            </a:r>
          </a:p>
          <a:p>
            <a:pPr>
              <a:defRPr sz="2200"/>
            </a:pPr>
            <a:r>
              <a:t>• Bolje iskorišten OLX Shop</a:t>
            </a:r>
          </a:p>
          <a:p>
            <a:pPr>
              <a:defRPr sz="2200"/>
            </a:pPr>
            <a:r>
              <a:t>• GPT umjesto ručnog rada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Šta nije podržano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Nema OLX chat automatizacije</a:t>
            </a:r>
          </a:p>
          <a:p>
            <a:pPr>
              <a:defRPr sz="2200"/>
            </a:pPr>
            <a:r>
              <a:t>• Nema upravljanja narudžbama</a:t>
            </a:r>
          </a:p>
          <a:p>
            <a:pPr>
              <a:defRPr sz="2200"/>
            </a:pPr>
            <a:r>
              <a:t>• ERP je zaseban upsell</a:t>
            </a:r>
          </a:p>
          <a:p>
            <a:pPr>
              <a:defRPr sz="2200"/>
            </a:pPr>
            <a:r>
              <a:t>• Samo zvanični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Prodajni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'GPT Copilot za OLX Shopove' koji omogućava upravljanje shopom običnim razgovorom i izvršava dozvoljene OLX API operacije.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